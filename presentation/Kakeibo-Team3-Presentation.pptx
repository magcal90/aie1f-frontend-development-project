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2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724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Introduce the team and the app name. Kakeibo is the Japanese household budgeting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Who the user is, the pain point, and what the app does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For each choice, say why in one line. Data source: json-server serving data/db.json (transactions and categories).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The browser never sees the Veryfi keys: the Netlify Function adds them server-side.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Don't read every row; point out the component split, the reducer and the loading/error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~3–4 min. Have the site open and logged out beforehand, and a receipt photo (under 4 MB)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~1.25 min. Pick two or three to talk about; the slide covers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min, about 30s each. Each member presents their own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2377440" cy="2377440"/>
          </a:xfrm>
          <a:prstGeom prst="roundRect">
            <a:avLst>
              <a:gd name="adj" fmla="val 7692"/>
            </a:avLst>
          </a:prstGeom>
          <a:solidFill>
            <a:srgbClr val="DCEFE5"/>
          </a:solidFill>
          <a:ln w="12700">
            <a:solidFill>
              <a:srgbClr val="DCEFE5"/>
            </a:solidFill>
            <a:prstDash val="solid"/>
          </a:ln>
        </p:spPr>
      </p:sp>
      <p:pic>
        <p:nvPicPr>
          <p:cNvPr id="3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69164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16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Kakeibo (かけいぼ)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566160" y="2423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FD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Finance Tracker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56616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AIE1F Frontend Development Project · Team 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Wai Hong   ·   Choo Yeow Hwee   ·   Prancia Toh Wai Yee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did my money go this month?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it's for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Individuals and households who want a simple habit of recording income and spending.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88536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62856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62856" y="228600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Spending is spread across cash, cards and paper receipts, so it's hard to see where the money goes each month.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119872" y="16002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94192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Kakeibo does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394192" y="228600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income and expenses, group them into categories, see a monthly summary, and scan receipts instead of typing.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Inspired by kakeibo (家計簿), the Japanese household budgeting method introduced by Hani Motoko in 1904.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Stack, libraries and data source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5087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Vite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dev server and hot reload, one-command production build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5087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 v7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74720" y="2286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routes, protected /app area, 404 page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15087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+ useReducer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09360" y="2286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source of truth for transactions and the logged-in user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61120" y="150876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json-server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44000" y="2286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REST API from data/db.json with full CRUD, no backend to build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6118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Yup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" y="43891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Declarative validation for the Add Category form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91840" y="36118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lucide-react · react-spinners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474720" y="43891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icons and loading indicators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26480" y="36118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 + Testing Library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09360" y="43891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Component, context and reducer tests (9 test files)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961120" y="36118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+ Functions · Veryfi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144000" y="43891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Hosting, plus a serverless proxy to Veryfi's receipt OCR API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4592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DCEFE5"/>
          </a:solidFill>
          <a:ln w="19050">
            <a:solidFill>
              <a:srgbClr val="0B7A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73736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 (browser)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→ Pages → Components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AuthContext: logged-in user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TransactionContext: useReducer for transactions, categories, filters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Forms: controlled inputs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64592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B7A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17373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json-server (mock REST API)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/transactions · /categories from data/db.json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583680" y="37490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B7A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38404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Function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/api/receipt/parse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keys stay on the server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692640" y="37490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B7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0" y="38404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Veryfi OCR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Merchant, total and date from a receipt photo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1737360" cy="0"/>
          </a:xfrm>
          <a:prstGeom prst="line">
            <a:avLst/>
          </a:prstGeom>
          <a:noFill/>
          <a:ln w="25400">
            <a:solidFill>
              <a:srgbClr val="0B7A5A"/>
            </a:solidFill>
            <a:prstDash val="solid"/>
            <a:headEnd type="triangl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754880" y="1965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GET / POST / PUT / DELETE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4663440"/>
            <a:ext cx="1737360" cy="0"/>
          </a:xfrm>
          <a:prstGeom prst="line">
            <a:avLst/>
          </a:prstGeom>
          <a:noFill/>
          <a:ln w="25400">
            <a:solidFill>
              <a:srgbClr val="0B7A5A"/>
            </a:solidFill>
            <a:prstDash val="solid"/>
            <a:headEnd type="triangl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4754880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 image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06840" y="4663440"/>
            <a:ext cx="640080" cy="0"/>
          </a:xfrm>
          <a:prstGeom prst="line">
            <a:avLst/>
          </a:prstGeom>
          <a:noFill/>
          <a:ln w="25400">
            <a:solidFill>
              <a:srgbClr val="0B7A5A"/>
            </a:solidFill>
            <a:prstDash val="solid"/>
            <a:headEnd type="triangl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9006840" y="4251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REQUIREMENTS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Kakeibo meets each requirement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45720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Requirement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we met it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 with Vite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Vite 8: npm run dev / npm run build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Functional components + hooks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class components; useState, useReducer, useContext, useMemo, custom useAuth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Sensibly scoped components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components + 8 pages, e.g. TransactionList → TransactionItem (transaction, onDelete)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2 routes with navigation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routes incl. /login, /app/dashboard, /app/transactions, /app/categories; sidebar NavLinks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state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useReducer in TransactionContext; AuthContext for the user; useState for form fields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Fetch data + loading / error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json-server REST API; FETCH_START / SUCCESS / ERROR; Spinner and error messages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Controlled form to create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Transaction form; Add Category form with Yup validation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+ Delete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Transactions table and category grid, delete with confirmation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Deployed to a public URL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Netlify: &lt;add deployed URL&gt;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5332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TBC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·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the month at a glance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" y="1380744"/>
            <a:ext cx="7845552" cy="4930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c:\Users\whho21\my-react-app\aie1f-frontend-development-project\presentation\screenshots\03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17320"/>
            <a:ext cx="7772400" cy="4857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1463040"/>
            <a:ext cx="3291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cards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balance, income and expenses, all-time and this month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trend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between months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Spending by category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 chart with amounts and percentages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state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calculated from the shared TransactionContext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· READ + DELETE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" y="1380744"/>
            <a:ext cx="7845552" cy="4930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c:\Users\whho21\my-react-app\aie1f-frontend-development-project\presentation\screenshots\04-transa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17320"/>
            <a:ext cx="7772400" cy="4857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1463040"/>
            <a:ext cx="3291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transactions in one table, with a live count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Search, filter, sort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text, type, category and month; newest/oldest/amount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and delete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Per-row actions; delete asks for confirmation first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TransactionList → TransactionItem via props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· CREATE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transaction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" y="1380744"/>
            <a:ext cx="7845552" cy="4930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c:\Users\whho21\my-react-app\aie1f-frontend-development-project\presentation\screenshots\05-new-trans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17320"/>
            <a:ext cx="7772400" cy="4857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1463040"/>
            <a:ext cx="3291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inputs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field is held in React state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 required, amount &gt; 0, category required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 scan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photo and Veryfi fills in merchant, total and date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stays in control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saved until the form is submitted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· CATEGORIES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categories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" y="1380744"/>
            <a:ext cx="7845552" cy="4930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c:\Users\whho21\my-react-app\aie1f-frontend-development-project\presentation\screenshots\09-add-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17320"/>
            <a:ext cx="7772400" cy="4857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1463040"/>
            <a:ext cx="3291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type and icon, validated with Yup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categories by name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delete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category can't be deleted while transactions still use it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THE REQUIREMENTS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features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38544" y="1517904"/>
            <a:ext cx="5102352" cy="32164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c:\Users\whho21\my-react-app\aie1f-frontend-development-project\presentation\screenshots\07-edit-trans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554480"/>
            <a:ext cx="5029200" cy="3143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55448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a transaction (Update): /app/transactions/:id/edit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Search, filter and sort transactions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 scanning with Veryfi OCR, via a Netlify Function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with protected routes and user roles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summary and spending-by-category chart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with Vitest + Testing Library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see it working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(victor@team3.io)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Dashboard: this month's balance and spending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29718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transaction by scanning a receipt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80160" y="3703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it with search, edit it, then delete it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category, then try deleting one that's in use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80160" y="5166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a deep link on the deployed Netlify site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hard, and how we solved it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173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code on a static host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23360" y="141732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receipt API needed Node. We moved it to a Netlify Function; the 6 MB request limit capped images at 4 MB.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95728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9572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Keeping API keys secret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23360" y="2395728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Veryfi keys live only in server-side environment variables; .env is git-ignored.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374136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374136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Avoiding double charges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23360" y="3374136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timed-out scan could be retried and billed twice. An Idempotency-Key from the image hash prevents that.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352544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352544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branches, one codebase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023360" y="4352544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Merging feature branches into develop caused conflicts, e.g. json-server port in package.json and .env.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5330952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5330952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in sync after every change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023360" y="5330952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reducer is the single source of truth; filtered lists are derived with useMemo.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A5A"/>
          </a:solidFill>
          <a:ln w="12700">
            <a:solidFill>
              <a:srgbClr val="0B7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of us took away</a:t>
            </a:r>
            <a:endParaRPr lang="en-US" sz="3000" dirty="0"/>
          </a:p>
        </p:txBody>
      </p:sp>
      <p:pic>
        <p:nvPicPr>
          <p:cNvPr id="5" name="Image 0" descr="c:\Users\whho21\my-react-app\aie1f-frontend-development-project\src\assets\kakeib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28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691640"/>
            <a:ext cx="731520" cy="731520"/>
          </a:xfrm>
          <a:prstGeom prst="ellipse">
            <a:avLst/>
          </a:prstGeom>
          <a:solidFill>
            <a:srgbClr val="DCEFE5"/>
          </a:solidFill>
          <a:ln w="12700">
            <a:solidFill>
              <a:srgbClr val="DCEF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00200" y="1691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Wai Hong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a third-party API securely through a server-side proxy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limits: payload size and timeouts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branching, merging develop and resolving conflicts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51960" y="146304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691640"/>
            <a:ext cx="731520" cy="731520"/>
          </a:xfrm>
          <a:prstGeom prst="ellipse">
            <a:avLst/>
          </a:prstGeom>
          <a:solidFill>
            <a:srgbClr val="DCEFE5"/>
          </a:solidFill>
          <a:ln w="12700">
            <a:solidFill>
              <a:srgbClr val="DCEF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94960" y="1691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 Yeow Hwee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26280" y="265176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&lt;learning 1&gt;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&lt;learning 2&gt;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&lt;learning 3&gt;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0" y="146304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5E2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691640"/>
            <a:ext cx="731520" cy="731520"/>
          </a:xfrm>
          <a:prstGeom prst="ellipse">
            <a:avLst/>
          </a:prstGeom>
          <a:solidFill>
            <a:srgbClr val="DCEFE5"/>
          </a:solidFill>
          <a:ln w="12700">
            <a:solidFill>
              <a:srgbClr val="DCEF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189720" y="1691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Prancia Toh Wai Yee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321040" y="265176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&lt;learning 1&gt;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&lt;learning 2&gt;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3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&lt;learning 3&gt;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1189</Words>
  <Application>Microsoft Office PowerPoint</Application>
  <PresentationFormat>Widescreen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Kakeibo — Personal Finance Tracker (Team 3)</dc:title>
  <dc:subject>PptxGenJS Presentation</dc:subject>
  <dc:creator>PptxGenJS</dc:creator>
  <cp:lastModifiedBy>Wai Hong Ho</cp:lastModifiedBy>
  <cp:revision>2</cp:revision>
  <dcterms:created xsi:type="dcterms:W3CDTF">2026-09-30T11:29:21Z</dcterms:created>
  <dcterms:modified xsi:type="dcterms:W3CDTF">2026-09-30T13:01:24Z</dcterms:modified>
</cp:coreProperties>
</file>